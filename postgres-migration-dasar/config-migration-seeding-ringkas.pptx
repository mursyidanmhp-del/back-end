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· POSTGRESQL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869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.env, Config Database,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Migration, &amp; Seeding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pengaturan, lalu 3 hal yang dipakai buat menyiapkan database sebelum aplikasi jalan.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46920" y="2331720"/>
            <a:ext cx="1874520" cy="1874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5550" y="2800350"/>
            <a:ext cx="937260" cy="9372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46920" y="2331720"/>
            <a:ext cx="1874520" cy="1874520"/>
          </a:xfrm>
          <a:prstGeom prst="ellipse">
            <a:avLst/>
          </a:prstGeom>
          <a:ln w="28575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.env — Config DB — Migration — Seeding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FILE .ENV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File .env?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teks biasa, isinya daftar pengaturan.</a:t>
            </a:r>
            <a:endParaRPr lang="en-US" sz="15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Formatnya: NAMA=nilai, satu baris satu pengaturan.</a:t>
            </a:r>
            <a:endParaRPr lang="en-US" sz="15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Letaknya di folder utama project, nama file-nya persis ".env" (diawali titik, tanpa nama lain).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isi file .env: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11094415" cy="1965960"/>
          </a:xfrm>
          <a:prstGeom prst="roundRect">
            <a:avLst>
              <a:gd name="adj" fmla="val 4186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4169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10" name="Shape 7"/>
          <p:cNvSpPr/>
          <p:nvPr/>
        </p:nvSpPr>
        <p:spPr>
          <a:xfrm>
            <a:off x="877824" y="4169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Shape 8"/>
          <p:cNvSpPr/>
          <p:nvPr/>
        </p:nvSpPr>
        <p:spPr>
          <a:xfrm>
            <a:off x="1042416" y="4169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4407408"/>
            <a:ext cx="1058235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PGHOST=localhost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PGPORT=5432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PGUSER=postgres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PGPASSWORD=postgres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PGDATABASE=perpustakaan_mini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FILE .ENV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Pengaturan Dipisah dari Kode?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tiap komputer beda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kamu, password murid, password server nanti — semuanya BEDA. Kalau ditulis di kode, tiap komputer harus ubah kode-nya sendiri.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boleh dibagikan, password TIDAK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di-upload ke GitHub biar bisa dipakai bareng. Password harus tetap rahasia — kalau ikut ke kode, semua orang yang lihat GitHub jadi tau password-nya.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FILE .ENV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Kerjanya di Kode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2926080"/>
          </a:xfrm>
          <a:prstGeom prst="roundRect">
            <a:avLst>
              <a:gd name="adj" fmla="val 2813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habis baris di atas jalan: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process.env.PGHOST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"localhost"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process.env.PGPASSWORD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"postgres"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73736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Terjadi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24231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adalah package yang tugasnya baca file .env.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require("dotenv").config() — baca isi file .env, masukin nilainya ke process.env.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baris itu jalan, process.env.PGHOST otomatis berisi nilai dari baris PGHOST=... di file .env.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489204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yang wajib diikuti: require("dotenv").config() harus dipanggil PALING ATAS, sebelum file lain yang butuh process.env (misalnya config/database.js) di-require.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FILE .ENV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File: .env dan .env.example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094415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0"/>
                <a:gridCol w="3285439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di-commit ke git?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.env.example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Contoh/template. Isinya boleh nilai dummy.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— 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.env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ASLI di komputer kamu — password beneran.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— wajib .gitignore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4DC"/>
          </a:solidFill>
          <a:ln/>
        </p:spPr>
      </p:sp>
      <p:sp>
        <p:nvSpPr>
          <p:cNvPr id="9" name="Shape 5"/>
          <p:cNvSpPr/>
          <p:nvPr/>
        </p:nvSpPr>
        <p:spPr>
          <a:xfrm>
            <a:off x="822960" y="4690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4814316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4690872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.env Ke-Commit ke Git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54480" y="5148072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orang yang bisa lihat repo GitHub-nya jadi tau password database kamu. Cara amannya: pastikan .env ada di file .gitignore SEBELUM pertama kali commit.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CONFIG DATABASE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Pengaturan Koneksi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4297680"/>
          </a:xfrm>
          <a:prstGeom prst="roundRect">
            <a:avLst>
              <a:gd name="adj" fmla="val 1915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Pool } = require("pg");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new Pool({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process.env.PGHOST,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Number(process.env.PGPORT),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process.env.PGUSER,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process.env.PGPASSWORD,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process.env.PGDATABASE,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pool;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File Ini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242316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require("pg") — ambil tool buat connect ke PostgreSQL.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Pool({...}) — bikin satu koneksi ke database.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host/user/password diambil dari process.env — yang barusan diisi dari file .env.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module.exports = pool — file lain tinggal require file ini buat pakai koneksi yang sama.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yang Membuat Struktur Tabel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= file .sql yang isinya perintah bikin atau ubah struktur tabel (CREATE TABLE, ALTER TABLE).</a:t>
            </a:r>
            <a:endParaRPr lang="en-US" sz="15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Dikasih nomor di depan nama file (001_..., 002_...) supaya urutan jalannya jelas.</a:t>
            </a:r>
            <a:endParaRPr lang="en-US" sz="15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pakai satu script (migrate.js), bukan diketik manual satu-satu ke database.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KERJANYA: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24992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42793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4736592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 file .sql, isinya CREATE TABLE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093644" y="4663440"/>
            <a:ext cx="274320" cy="27432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92" y="4704588"/>
            <a:ext cx="192024" cy="192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13684" y="4114800"/>
            <a:ext cx="24992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78276" y="42793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2"/>
          <p:cNvSpPr/>
          <p:nvPr/>
        </p:nvSpPr>
        <p:spPr>
          <a:xfrm>
            <a:off x="3578276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78276" y="4736592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script migrate.js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58688" y="4663440"/>
            <a:ext cx="274320" cy="27432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836" y="4704588"/>
            <a:ext cx="192024" cy="19202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78728" y="4114800"/>
            <a:ext cx="24992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3320" y="42793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17"/>
          <p:cNvSpPr/>
          <p:nvPr/>
        </p:nvSpPr>
        <p:spPr>
          <a:xfrm>
            <a:off x="64433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3320" y="4736592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cek: file ini sudah pernah dijalankan belum?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823731" y="4663440"/>
            <a:ext cx="274320" cy="27432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879" y="4704588"/>
            <a:ext cx="192024" cy="19202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143771" y="4114800"/>
            <a:ext cx="24992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308363" y="42793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2"/>
          <p:cNvSpPr/>
          <p:nvPr/>
        </p:nvSpPr>
        <p:spPr>
          <a:xfrm>
            <a:off x="9308363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08363" y="4736592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belum, jalankan lalu catat di tabel schema_migrations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Contoh: Migration &amp; Runner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migration (db/migrations/001_create_buku.sql)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623560" cy="2148840"/>
          </a:xfrm>
          <a:prstGeom prst="roundRect">
            <a:avLst>
              <a:gd name="adj" fmla="val 3830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1122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9" name="Shape 6"/>
          <p:cNvSpPr/>
          <p:nvPr/>
        </p:nvSpPr>
        <p:spPr>
          <a:xfrm>
            <a:off x="877824" y="21122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" y="21122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350008"/>
            <a:ext cx="5111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buku (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 VARCHAR(100) NOT NULL,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penulis VARCHAR(100),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stok INTEGER DEFAULT 0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2976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inti runner (db/migrate.js)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5623560" cy="1737360"/>
          </a:xfrm>
          <a:prstGeom prst="roundRect">
            <a:avLst>
              <a:gd name="adj" fmla="val 4737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480974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15" name="Shape 12"/>
          <p:cNvSpPr/>
          <p:nvPr/>
        </p:nvSpPr>
        <p:spPr>
          <a:xfrm>
            <a:off x="877824" y="480974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2416" y="480974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5047488"/>
            <a:ext cx="5111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file of files) {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(sudahJalan.has(file)) continue;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sql = fs.readFileSync(file);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pool.query(sql);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1600200"/>
            <a:ext cx="52578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29400" y="1828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Diketahui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228600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SERIAL PRIMARY KEY — nomor urut otomatis, jadi identitas tiap baris.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— kolom ini wajib diisi.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 — kalau tidak diisi, otomatis bernilai 0.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membaca semua file .sql, urut dari nomor terkecil.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sudah pernah dijalankan (sudahJalan.has(file)) di-skip — supaya aman dijalankan berkali-kali.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SEEDING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Mengisi Tabel dengan Data Contoh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= script yang mengisi tabel dengan data contoh.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dari migration: migration mengatur STRUKTUR tabel, seeding mengisi ISI/DATA-nya.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lama dihapus dulu sebelum diisi ulang, supaya datanya tidak menumpuk kalau script ini dijalankan berkali-kali.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623560" cy="3200400"/>
          </a:xfrm>
          <a:prstGeom prst="roundRect">
            <a:avLst>
              <a:gd name="adj" fmla="val 2571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339242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9" name="Shape 6"/>
          <p:cNvSpPr/>
          <p:nvPr/>
        </p:nvSpPr>
        <p:spPr>
          <a:xfrm>
            <a:off x="877824" y="339242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" y="339242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3630168"/>
            <a:ext cx="51114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seed() {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pool.query("DELETE FROM buku");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daftarBuku = [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judul: "Laskar Pelangi", stok: 4 },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judul: "Bumi Manusia", stok: 2 },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buku of daftarBuku) {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pool.query(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"INSERT INTO buku (judul, stok) VALUES ($1, $2)",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[buku.judul, buku.stok]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691640"/>
            <a:ext cx="52578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Baris per Baris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37744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buku — kosongkan dulu tabelnya.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daftarBuku — daftar data contoh, ditulis sebagai array.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(const buku of daftarBuku) — ulangi proses insert untuk tiap data di daftar.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 $2 — tempat nilai judul dan stok dimasukkan. Nilainya diambil dari array [buku.judul, buku.stok] di baris bawahnya.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RINGKASAN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Hal yang Sudah Dipelajari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99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0399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.env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pengaturan koneksi (password, host, dll), tidak ikut di-commit ke 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Config DB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yang menyimpan pengaturan koneksi ke database (config/database.js)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Migration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.sql bernomor yang membuat/mengubah struktur tabel, dijalankan lewat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Seeding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yang mengisi tabel dengan data contoh, hapus dulu baru isi ulang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jalannya SELALU sama: .env diisi dulu → Config DB baca .env → Migration membuat tabel → Seeding mengisi datanya.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LANJUT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Paham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password database ditulis di file .env, bukan di kode?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9631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config db isinya apa?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2095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migration ditulis di file, bukan diketik langsung ke database?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227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seeding harus DELETE data lama dulu sebelum insert data baru?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732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102352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230368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5193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4 ini sudah bisa dijawab, lanjut coba langsung di project.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Config DB, Migration &amp; Seeding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2026-08-05T06:58:02Z</dcterms:created>
  <dcterms:modified xsi:type="dcterms:W3CDTF">2026-08-05T06:58:02Z</dcterms:modified>
</cp:coreProperties>
</file>