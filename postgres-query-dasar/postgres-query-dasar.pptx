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108960" cy="310896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SQL &amp; DATABASE FUNDAMENTALS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Dasar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buat “ngomong” ke database — dari bikin rak arsip (CREATE TABLE)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bersih-bersih data (DELETE).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46920" y="2331720"/>
            <a:ext cx="1874520" cy="1874520"/>
          </a:xfrm>
          <a:prstGeom prst="ellipse">
            <a:avLst/>
          </a:prstGeom>
          <a:solidFill>
            <a:srgbClr val="1732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5550" y="2800350"/>
            <a:ext cx="937260" cy="9372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46920" y="2331720"/>
            <a:ext cx="1874520" cy="1874520"/>
          </a:xfrm>
          <a:prstGeom prst="ellipse">
            <a:avLst/>
          </a:prstGeom>
          <a:ln w="28575">
            <a:solidFill>
              <a:srgbClr val="2EC4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Modul: postgres-query-dasar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LATAR BELAKANG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Butuh Database?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(Express): data disimpan di array of objects yang hidup di memory (RAM).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Masalahnya: begitu server di-restart, SEMUA data hilang — balik ke titik nol.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nyimpen data di disk, jadi tetap ada meskipun server mati-nyala berkali-kali.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juga ngasih jaminan struktur (tipe data, constraint) yang array biasa gak punya.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20840" y="1691640"/>
            <a:ext cx="2331720" cy="41605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75220" y="2057400"/>
            <a:ext cx="822960" cy="822960"/>
          </a:xfrm>
          <a:prstGeom prst="ellipse">
            <a:avLst/>
          </a:prstGeom>
          <a:solidFill>
            <a:srgbClr val="FCE9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631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0" y="31089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di Memory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3720" y="3840480"/>
            <a:ext cx="1965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Cepat, tapi hilang total begitu server restart.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372600" y="1691640"/>
            <a:ext cx="2331720" cy="41605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126980" y="2057400"/>
            <a:ext cx="822960" cy="82296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631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09760" y="31089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di Disk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555480" y="3840480"/>
            <a:ext cx="1965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tersimpan walau server mati-nyala berkali-kali.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KONSEP DASAR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Analogi: Lemari Arsip Kantor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8368" cy="658368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94108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556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977640" y="175564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Lemari arsip — dijaga “petugas” (server) yang kamu ajak ngomong pakai SQL.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34056"/>
            <a:ext cx="1110996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862072"/>
            <a:ext cx="658368" cy="658368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3020080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977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rak khusus buat satu jenis data, misalnya rak “siswa”.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813048"/>
            <a:ext cx="1110996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941064"/>
            <a:ext cx="658368" cy="658368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4099072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9136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(baris)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977640" y="39136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folder dalam rak itu — satu data lengkap, misal satu siswa.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4892040"/>
            <a:ext cx="1110996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020056"/>
            <a:ext cx="658368" cy="658368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5178064"/>
            <a:ext cx="342351" cy="3423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99262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(kolom)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77640" y="4992624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info yang SEMUA folder di rak itu punya: nama, kelas, nilai.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CREATE TABLE — BAHAN BAKU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Tipe Data &amp; Aturan Kolom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542" y="205054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476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Tipe Data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2606040"/>
          <a:ext cx="4837176" cy="3017520"/>
        </p:xfrm>
        <a:graphic>
          <a:graphicData uri="http://schemas.openxmlformats.org/drawingml/2006/table">
            <a:tbl>
              <a:tblPr/>
              <a:tblGrid>
                <a:gridCol w="1417320"/>
                <a:gridCol w="3419856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SERIAL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Angka yang otomatis nambah sendiri — cocok buat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pendek, maksimal n karakter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Angka bulat (nilai, umur, stok)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 (misal: is_lulus)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 + jam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172200" y="169164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28232" y="1947672"/>
            <a:ext cx="457200" cy="45720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102" y="2050542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40880" y="19476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2606040"/>
          <a:ext cx="4928616" cy="3017520"/>
        </p:xfrm>
        <a:graphic>
          <a:graphicData uri="http://schemas.openxmlformats.org/drawingml/2006/table">
            <a:tbl>
              <a:tblPr/>
              <a:tblGrid>
                <a:gridCol w="1417320"/>
                <a:gridCol w="3511296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PRIMARY KEY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unik tiap baris — gak boleh kembar / kosong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NULL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 ini wajib diisi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UNIQUE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gak boleh kembar (boleh kosong)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 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Kalau gak diisi, otomatis dikasih nilai 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QUERY DASAR 1/7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— Bikin Rak Arsip Baru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23560" cy="2788920"/>
          </a:xfrm>
          <a:prstGeom prst="roundRect">
            <a:avLst>
              <a:gd name="adj" fmla="val 2951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883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883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51114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siswa (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SERIAL PRIMARY KEY,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nama VARCHAR(50) NOT NULL,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kelas VARCHAR(10),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nilai INTEGER DEFAULT 0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709160"/>
            <a:ext cx="5623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siswa (...) — bikin rak arsip baru namanya siswa.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baris di dalam kurung itu SATU kolom: nama_kolom TIPE ATURAN.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gak perlu diisi manual — SERIAL yang isi otomatis, nomor terus nambah.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WAJIB diisi (NOT NULL); nilai otomatis 0 kalau gak diisi (DEFAULT).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1737360"/>
            <a:ext cx="525780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29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Ngomonginnya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2423160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“CREATE TABLE itu kamu lagi bikin FORMULIR KOSONG buat rak arsip baru — nentuin kolom apa aja yang tiap folder WAJIB punya, dan aturan tiap kolomnya. Kayak bikin template formulir pendaftaran siswa: ada kolom nama (wajib diisi), kelas, nilai (kalau kosong dianggap 0).”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QUERY DASAR 2/7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INTO — Nambah Data Baru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883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883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10597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siswa (nama, kelas, nilai)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('Andi', '12 IPA', 90);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3429000"/>
            <a:ext cx="5623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siswa (nama, kelas, nilai) — “aku mau nambahin data ke rak siswa, isi kolom nama, kelas, nilai.”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(...) — nilai buat tiap kolom, urutannya HARUS SESUAI sama urutan kolom yang disebut sebelumnya.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id gak perlu disebut kalau tipenya SERIAL — dia keisi OTOMATIS.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5080" y="3429000"/>
            <a:ext cx="5257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29400" y="3657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Ngomonginnya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411480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“INSERT INTO itu kamu lagi isi FORMULIR yang tadi dibikin di CREATE TABLE, terus masukin ke raknya. id gak usah kamu isi — itu tugas database, dia yang nomorin otomatis.”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QUERY DASAR 3/7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— Ambil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23560" cy="2514600"/>
          </a:xfrm>
          <a:prstGeom prst="roundRect">
            <a:avLst>
              <a:gd name="adj" fmla="val 3273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883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883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511149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siswa;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ambil SEMUA kolom, SEMUA baris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nama, nilai FROM siswa;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ambil kolom TERTENTU aja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434840"/>
            <a:ext cx="5623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siswa — “kasih aku SEMUA kolom dari rak siswa.”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bintang (*) artinya semua kolom. Kalau cuma butuh sebagian, sebutin nama kolomnya, pisah pakai koma.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ngirim data MASUK; SELECT itu kebalikannya — minta data KELUAR dari rak.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55080" y="1737360"/>
            <a:ext cx="525780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29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Ngomonginnya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2423160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“Kalau INSERT itu ngirim data MASUK ke rak, SELECT itu kebalikannya: minta data KELUAR dari rak. Bintang (*) itu cara bilang ‘kasih semua kolomnya, jangan ada yang disembunyiin.’”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QUERY DASAR 4/7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— Nyaring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23560" cy="1417320"/>
          </a:xfrm>
          <a:prstGeom prst="roundRect">
            <a:avLst>
              <a:gd name="adj" fmla="val 5806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883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883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511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nama FROM siswa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nilai &gt;= 80;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3429000"/>
            <a:ext cx="5623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nilai &gt;= 80 — “tapi cuma yang nilainya 80 ke atas aja.”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siswa itu ‘ambil SEMUA folder di rak.’ Tambahin WHERE, jadi ‘ambil folder, TAPI cuma yang memenuhi syarat.’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5074920"/>
            <a:ext cx="5623560" cy="1371600"/>
          </a:xfrm>
          <a:prstGeom prst="roundRect">
            <a:avLst>
              <a:gd name="adj" fmla="val 5333"/>
            </a:avLst>
          </a:prstGeom>
          <a:solidFill>
            <a:srgbClr val="E3F7F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20293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yang sering dipakai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55778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 !=   &gt;   &lt;   &gt;=   &lt;=   AND   OR   LIKE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355080" y="1737360"/>
            <a:ext cx="525780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29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Ngomonginnya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29400" y="2423160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“SELECT * FROM siswa itu ‘ambil SEMUA folder di rak.’ Tambahin WHERE nilai &gt;= 80, jadi ‘ambil folder, TAPI cuma yang nilainya 80 ke atas.’ WHERE itu si penyaring.”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QUERY DASAR 5/7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 &amp; LIMIT — Urutkan &amp; Batasi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23560" cy="1874520"/>
          </a:xfrm>
          <a:prstGeom prst="roundRect">
            <a:avLst>
              <a:gd name="adj" fmla="val 4390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883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883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5111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nama, nilai FROM siswa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nilai DESC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2;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3886200"/>
            <a:ext cx="5623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nilai DESC — urutkan hasil berdasarkan kolom nilai, dari BESAR ke KECIL. Kebalikannya ASC (kecil ke besar, ini default).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2 — cuma ambil 2 baris PERTAMA dari hasil yang udah diurutkan.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55080" y="1737360"/>
            <a:ext cx="525780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29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Ngomonginnya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2423160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 BY nilai DESC itu kayak nyusun folder dari yang nilainya paling gede taruh paling depan. LIMIT 2 itu ‘aku cuma butuh 2 folder paling depan aja’ — kayak bikin papan peringkat top 2.”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QUERY DASAR 6/7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— Ubah Data yang Sudah 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23560" cy="1417320"/>
          </a:xfrm>
          <a:prstGeom prst="roundRect">
            <a:avLst>
              <a:gd name="adj" fmla="val 5806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883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883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511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siswa SET nilai = 95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nama = 'Budi';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5623560" cy="2926080"/>
          </a:xfrm>
          <a:prstGeom prst="roundRect">
            <a:avLst>
              <a:gd name="adj" fmla="val 3125"/>
            </a:avLst>
          </a:prstGeom>
          <a:solidFill>
            <a:srgbClr val="FCE9E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75818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685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2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BAHAYA kalau lupa WHERE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22960" y="42976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2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siswa SET nilai = 95;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22960" y="48006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WHERE, perintah ini bakal ngubah nilai SEMUA siswa jadi 95, bukan cuma Budi.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55080" y="1737360"/>
            <a:ext cx="525780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629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Ngomonginnya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629400" y="2423160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“UPDATE itu kamu buka SATU folder spesifik, ganti isinya, tutup lagi. WHERE itu yang nentuin folder MANA yang dibuka. Lupa WHERE = semua folder di rak ke-buka dan ke-ubah — ini kesalahan paling sering bikin data berantakan.”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QUERY DASAR 7/7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— Hapus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5815" y="658368"/>
            <a:ext cx="777240" cy="77724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353" y="844906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23560" cy="1417320"/>
          </a:xfrm>
          <a:prstGeom prst="roundRect">
            <a:avLst>
              <a:gd name="adj" fmla="val 5806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88366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88366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511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siswa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nama = 'Rina';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5623560" cy="2926080"/>
          </a:xfrm>
          <a:prstGeom prst="roundRect">
            <a:avLst>
              <a:gd name="adj" fmla="val 3125"/>
            </a:avLst>
          </a:prstGeom>
          <a:solidFill>
            <a:srgbClr val="FCE9E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75818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685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2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BAHAYA kalau lupa WHERE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22960" y="42976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2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siswa;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22960" y="48006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WHERE, perintah ini bakal ngosongin SELURUH isi rak siswa, bukan cuma satu folder.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55080" y="1737360"/>
            <a:ext cx="525780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629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Ngomonginnya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629400" y="2423160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“Sama kayak UPDATE, DELETE tanpa WHERE itu kayak buang SEMUA folder di rak, bukan cuma satu. Selalu tanya ke diri sendiri sebelum jalanin UPDATE/DELETE: ‘ini WHERE-nya udah bener belum?’”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RINGKASAN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Perintah SQL yang Sudah Dikuasai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4361688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9928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0239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Perintah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Artinya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Bikin rak arsip baru (struktur kolom + tipe data + constraint)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INTO ... VALUES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Nambah satu folder/baris data baru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Ambil data (* = semua kolom, atau sebutin kolom tertentu)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Nyaring baris mana aja yang mau diambil / diubah / dihapus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BY ASC / DESC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Urutkan hasil, kecil→besar atau besar→kecil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 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Batasin cuma ambil n baris teratas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... SET ... WHERE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 data yang sudah ada (WAJIB pakai WHERE)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FROM ... WHERE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data (WAJIB pakai WHERE)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Dasar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4754880" cy="475488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 KE LATIHAN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Cek Paham Sebelum Lanjut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7324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105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Bedanya SELECT * sama SELECT nama, nilai apa?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7324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877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UPDATE sama DELETE tanpa WHERE itu berbahaya?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7324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36499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ambil 3 siswa dengan nilai paling rendah — kombinasi perintah apa yang dipakai?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1732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709160"/>
            <a:ext cx="640080" cy="64008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837176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91640" y="4617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Kerjakan soal di folder soal/, lalu jalankan npm test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91640" y="5074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bakal beneran konek ke PostgreSQL asli dan mengecek hasil query kamu — bukan cuma cocokin teks.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lanjutan: relasi antar table (FOREIGN KEY, JOIN) → lalu Phase 4, menghubungkan Express + PostgreSQL.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2026-08-03T03:04:03Z</dcterms:created>
  <dcterms:modified xsi:type="dcterms:W3CDTF">2026-08-03T03:04:03Z</dcterms:modified>
</cp:coreProperties>
</file>