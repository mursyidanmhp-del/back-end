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108960" cy="310896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RINGKAS · FOKUS 3 HAL AJA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8869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DB, Migration,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Seeding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cerita, tiga langkah — biar gak keblinger banyak istilah sekaligus.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46920" y="2377440"/>
            <a:ext cx="1874520" cy="1874520"/>
          </a:xfrm>
          <a:prstGeom prst="ellipse">
            <a:avLst/>
          </a:prstGeom>
          <a:solidFill>
            <a:srgbClr val="1732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4295" y="2864815"/>
            <a:ext cx="899770" cy="89977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46920" y="2377440"/>
            <a:ext cx="1874520" cy="1874520"/>
          </a:xfrm>
          <a:prstGeom prst="ellipse">
            <a:avLst/>
          </a:prstGeom>
          <a:ln w="28575">
            <a:solidFill>
              <a:srgbClr val="2EC4B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ANALOGINYA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Buka Toko Buku Baru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bisa jualan, ada 3 langkah WAJIB, urutannya gak boleh ketuker: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243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2880360"/>
            <a:ext cx="1051560" cy="105156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7370" y="3143250"/>
            <a:ext cx="525780" cy="5257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160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Sambungin Telepon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5902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gudang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303020" y="519379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3F7F4"/>
          </a:solidFill>
          <a:ln/>
        </p:spPr>
      </p:sp>
      <p:sp>
        <p:nvSpPr>
          <p:cNvPr id="11" name="Text 8"/>
          <p:cNvSpPr/>
          <p:nvPr/>
        </p:nvSpPr>
        <p:spPr>
          <a:xfrm>
            <a:off x="1303020" y="51937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DB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570732" y="3913632"/>
            <a:ext cx="402336" cy="402336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41" y="3984041"/>
            <a:ext cx="261518" cy="26151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023360" y="2468880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243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37760" y="2880360"/>
            <a:ext cx="1051560" cy="105156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50" y="3143250"/>
            <a:ext cx="525780" cy="5257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06240" y="4160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Bikin Rak Kosong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206240" y="45902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gudang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86300" y="519379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3F7F4"/>
          </a:solidFill>
          <a:ln/>
        </p:spPr>
      </p:sp>
      <p:sp>
        <p:nvSpPr>
          <p:cNvPr id="20" name="Text 15"/>
          <p:cNvSpPr/>
          <p:nvPr/>
        </p:nvSpPr>
        <p:spPr>
          <a:xfrm>
            <a:off x="4686300" y="51937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954012" y="3913632"/>
            <a:ext cx="402336" cy="402336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421" y="3984041"/>
            <a:ext cx="261518" cy="26151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406640" y="2468880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0243E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321040" y="2880360"/>
            <a:ext cx="1051560" cy="105156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930" y="3143250"/>
            <a:ext cx="525780" cy="5257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89520" y="4160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Isi Rak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589520" y="45902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barang contoh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069580" y="519379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3F7F4"/>
          </a:solidFill>
          <a:ln/>
        </p:spPr>
      </p:sp>
      <p:sp>
        <p:nvSpPr>
          <p:cNvPr id="29" name="Text 22"/>
          <p:cNvSpPr/>
          <p:nvPr/>
        </p:nvSpPr>
        <p:spPr>
          <a:xfrm>
            <a:off x="8069580" y="51937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Gak bisa bikin rak (2) kalau belum nyambung ke gudang (1). Gak bisa isi rak (3) kalau raknya belum ada (2).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54864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DB, Migration &amp; Seeding — Versi Ringkas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LANGKAH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DB — Sambungin Telepon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820095" y="777240"/>
            <a:ext cx="822960" cy="82296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98298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760720" cy="3520440"/>
          </a:xfrm>
          <a:prstGeom prst="roundRect">
            <a:avLst>
              <a:gd name="adj" fmla="val 2338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92938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8" name="Shape 5"/>
          <p:cNvSpPr/>
          <p:nvPr/>
        </p:nvSpPr>
        <p:spPr>
          <a:xfrm>
            <a:off x="877824" y="192938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192938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19456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Pool } = require("pg");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pool = new Pool({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host: process.env.PGHOST,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process.env.PGUSER,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process.env.PGPASSWORD,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database: process.env.PGDATABASE,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pool;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92240" y="1783080"/>
            <a:ext cx="51663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66560" y="2011680"/>
            <a:ext cx="4617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Pool({...}) = nyambungin ke database.</a:t>
            </a:r>
            <a:endParaRPr lang="en-US" sz="14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sambungannya diambil dari file .env — gampang ganti-ganti tanpa ubah kode.</a:t>
            </a:r>
            <a:endParaRPr lang="en-US" sz="14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module.exports = pool — file lain tinggal "pinjem" sambungan ini.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562356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17324F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56235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“Ini kayak masangin telepon ke gudang. Sekali sambung, semua bagian toko bisa pake telepon yang sama — gak perlu masang telepon baru tiap ruangan.”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DB, Migration &amp; Seeding — Versi Ringkas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LANGKAH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— Bikin Rak Kosong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820095" y="777240"/>
            <a:ext cx="822960" cy="82296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98298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760720" cy="2331720"/>
          </a:xfrm>
          <a:prstGeom prst="roundRect">
            <a:avLst>
              <a:gd name="adj" fmla="val 3529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92938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8" name="Shape 5"/>
          <p:cNvSpPr/>
          <p:nvPr/>
        </p:nvSpPr>
        <p:spPr>
          <a:xfrm>
            <a:off x="877824" y="192938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192938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19456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buku (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SERIAL PRIMARY KEY,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judul VARCHAR(100) NOT NULL,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penulis VARCHAR(100),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stok INTEGER DEFAULT 0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92240" y="1783080"/>
            <a:ext cx="51663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66560" y="2011680"/>
            <a:ext cx="4617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bikin RAK baru namanya buku, ada 4 kotak: id, judul, penulis, stok.</a:t>
            </a:r>
            <a:endParaRPr lang="en-US" sz="14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 ini masih KOSONG — belum ada barangnya.</a:t>
            </a:r>
            <a:endParaRPr lang="en-US" sz="14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Dijalanin OTOMATIS lewat db/migrate.js (udah disediain).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43484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17324F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4348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“CREATE TABLE itu kayak masang rak baru, terus nentuin rak ini punya berapa kotak. Belum diisi barang — itu langkah berikutnya.”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DB, Migration &amp; Seeding — Versi Ringkas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LANGKAH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Seeding — Isi Rak dengan Barang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820095" y="777240"/>
            <a:ext cx="822960" cy="82296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98298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760720" cy="3063240"/>
          </a:xfrm>
          <a:prstGeom prst="roundRect">
            <a:avLst>
              <a:gd name="adj" fmla="val 2687"/>
            </a:avLst>
          </a:prstGeom>
          <a:solidFill>
            <a:srgbClr val="0B1929"/>
          </a:solidFill>
          <a:ln/>
          <a:effectLst>
            <a:outerShdw sx="100000" sy="100000" kx="0" ky="0" algn="bl" rotWithShape="0" blurRad="127000" dist="38100" dir="5400000">
              <a:srgbClr val="0B192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929384"/>
            <a:ext cx="100584" cy="100584"/>
          </a:xfrm>
          <a:prstGeom prst="ellipse">
            <a:avLst/>
          </a:prstGeom>
          <a:solidFill>
            <a:srgbClr val="E8626B"/>
          </a:solidFill>
          <a:ln/>
        </p:spPr>
      </p:sp>
      <p:sp>
        <p:nvSpPr>
          <p:cNvPr id="8" name="Shape 5"/>
          <p:cNvSpPr/>
          <p:nvPr/>
        </p:nvSpPr>
        <p:spPr>
          <a:xfrm>
            <a:off x="877824" y="192938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1929384"/>
            <a:ext cx="100584" cy="100584"/>
          </a:xfrm>
          <a:prstGeom prst="ellipse">
            <a:avLst/>
          </a:prstGeom>
          <a:solidFill>
            <a:srgbClr val="5FD07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194560"/>
            <a:ext cx="5212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pool.query("DELETE FROM buku");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pool.query(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"INSERT INTO buku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(judul, penulis, stok)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($1, $2, $3)",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["Laskar Pelangi", "Andrea Hirata", 4]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92240" y="1783080"/>
            <a:ext cx="51663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0243E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66560" y="2011680"/>
            <a:ext cx="4617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buku = kosongin dulu raknya (biar aman dijalanin berkali-kali).</a:t>
            </a:r>
            <a:endParaRPr lang="en-US" sz="14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... = taruh barang contoh ke rak.</a:t>
            </a:r>
            <a:endParaRPr lang="en-US" sz="14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 yang tadinya kosong (migration) sekarang ADA ISINYA.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17324F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51663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“Kalau migration itu masang rak kosong, seed itu ngisi rak pake barang contoh. Kosongin dulu sebelum isi ulang, biar gak dobel.”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DB, Migration &amp; Seeding — Versi Ringkas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RINGKASAN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Kalimat per Konsep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024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3024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DB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97680" y="2103120"/>
            <a:ext cx="7071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Nyambungin kode ke database, sekali doang, dipake bareng-bareng.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0243E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383280"/>
            <a:ext cx="640080" cy="64008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" y="35368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337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297680" y="3337560"/>
            <a:ext cx="7071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Bikin STRUKTUR tabel — rak kosong.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0243E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617720"/>
            <a:ext cx="640080" cy="640080"/>
          </a:xfrm>
          <a:prstGeom prst="ellipse">
            <a:avLst/>
          </a:prstGeom>
          <a:solidFill>
            <a:srgbClr val="E3F7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47713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572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Seeding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297680" y="4572000"/>
            <a:ext cx="7071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tabel itu dengan DATA CONTOH — barang di rak.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4864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DB, Migration &amp; Seeding — Versi Ringkas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4415" y="6519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754880" cy="4754880"/>
          </a:xfrm>
          <a:prstGeom prst="ellipse">
            <a:avLst/>
          </a:prstGeom>
          <a:solidFill>
            <a:srgbClr val="1732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LANJUT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Cek Paham Dulu (2 Aja)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324F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4231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migration belum dijalanin, kenapa seeding PASTI error?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324F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seed harus DELETE dulu sebelum INSERT?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17324F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5532120"/>
            <a:ext cx="640080" cy="64008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5660136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91640" y="534924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Kalau 2 ini kejawab lancar, baru lanjut ke topik lain — jangan digabung sekaligus.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2026-08-05T06:10:30Z</dcterms:created>
  <dcterms:modified xsi:type="dcterms:W3CDTF">2026-08-05T06:10:30Z</dcterms:modified>
</cp:coreProperties>
</file>